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9"/>
  </p:normalViewPr>
  <p:slideViewPr>
    <p:cSldViewPr snapToGrid="0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FA21D-2956-D540-B8AA-EC63F3BD4BE1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78F3C-DC0D-1F48-A3EE-4CCCCEC825A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1875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ICD-10: I</a:t>
            </a:r>
            <a:r>
              <a:rPr lang="en-GB" dirty="0" err="1"/>
              <a:t>nternational</a:t>
            </a:r>
            <a:r>
              <a:rPr lang="en-GB" dirty="0"/>
              <a:t> Classification of Diseases by WHO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78F3C-DC0D-1F48-A3EE-4CCCCEC825AE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7438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H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A032-EFB6-7218-E753-4937D60AC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Anforderungen - medcode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BE591-FE85-0389-587D-D9BF8DC0A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Felix B.</a:t>
            </a:r>
          </a:p>
        </p:txBody>
      </p:sp>
    </p:spTree>
    <p:extLst>
      <p:ext uri="{BB962C8B-B14F-4D97-AF65-F5344CB8AC3E}">
        <p14:creationId xmlns:p14="http://schemas.microsoft.com/office/powerpoint/2010/main" val="229389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3D97C6-63EF-4CA6-B01D-25E2772DC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82239-0623-31A2-EBD8-ABB753E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CH" dirty="0"/>
              <a:t>Rollenverteilung</a:t>
            </a:r>
          </a:p>
        </p:txBody>
      </p:sp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F10B581F-8789-A92C-19E0-2EFACAD92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76" y="1881930"/>
            <a:ext cx="3093388" cy="309338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DA4A40B-EDCE-42FC-B189-AEFB4F82E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9C7C-7E0C-4C48-DF70-687891043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>
            <a:normAutofit/>
          </a:bodyPr>
          <a:lstStyle/>
          <a:p>
            <a:r>
              <a:rPr lang="en-CH" dirty="0"/>
              <a:t>Alex: Master Tracker -&gt; Übersicht Projektstatus, Statusreport</a:t>
            </a:r>
          </a:p>
          <a:p>
            <a:r>
              <a:rPr lang="en-CH" dirty="0"/>
              <a:t>Stefan: Chief Deliverable Officer -&gt; Fälligkeit</a:t>
            </a:r>
          </a:p>
          <a:p>
            <a:r>
              <a:rPr lang="en-CH" dirty="0"/>
              <a:t>Felix: Key Account Manager -&gt; Ansprechperson</a:t>
            </a:r>
          </a:p>
          <a:p>
            <a:r>
              <a:rPr lang="en-CH" dirty="0"/>
              <a:t>Christian: Quality Evangelist -&gt; Tests</a:t>
            </a:r>
          </a:p>
          <a:p>
            <a:r>
              <a:rPr lang="en-CH" dirty="0"/>
              <a:t>Julien: Sitzungsleitung / Protokollführung</a:t>
            </a:r>
          </a:p>
          <a:p>
            <a:r>
              <a:rPr lang="en-CH" dirty="0"/>
              <a:t>Dennis: Sitzungsleitung / Protokollführung</a:t>
            </a:r>
          </a:p>
          <a:p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335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3D06-4E25-DED6-CBA0-5C3DB28B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GB" dirty="0"/>
              <a:t>m</a:t>
            </a:r>
            <a:r>
              <a:rPr lang="en-CH" dirty="0"/>
              <a:t>edcode.ch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32538-92D5-2E7B-0E04-AAE4D362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CH" dirty="0"/>
              <a:t>Webseite für Diagnosensuche</a:t>
            </a:r>
          </a:p>
          <a:p>
            <a:r>
              <a:rPr lang="en-CH" dirty="0"/>
              <a:t>ICD-10: Klassifikation von Krankheiten (Code)</a:t>
            </a:r>
          </a:p>
          <a:p>
            <a:r>
              <a:rPr lang="en-CH" dirty="0"/>
              <a:t>Hierarchie mit Inklusiva &amp; Exklusiva</a:t>
            </a:r>
          </a:p>
          <a:p>
            <a:r>
              <a:rPr lang="en-CH" dirty="0"/>
              <a:t>Für Fachpersonen</a:t>
            </a:r>
          </a:p>
          <a:p>
            <a:pPr marL="530352" lvl="1" indent="0">
              <a:buNone/>
            </a:pPr>
            <a:r>
              <a:rPr lang="en-CH" dirty="0"/>
              <a:t>	-&gt; Fachbegriffe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AB018D-E3B0-1DB7-7B1B-5B62A5F0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67" y="1387178"/>
            <a:ext cx="6517065" cy="376360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5169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5F8666-8356-5F38-ABAE-C4BC3928737A}"/>
              </a:ext>
            </a:extLst>
          </p:cNvPr>
          <p:cNvSpPr txBox="1">
            <a:spLocks/>
          </p:cNvSpPr>
          <p:nvPr/>
        </p:nvSpPr>
        <p:spPr>
          <a:xfrm>
            <a:off x="5080084" y="759357"/>
            <a:ext cx="6176776" cy="3159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Franklin Gothic Book" panose="020B0503020102020204" pitchFamily="34" charset="0"/>
              <a:buNone/>
            </a:pPr>
            <a:r>
              <a:rPr lang="en-US" sz="4800" b="1" dirty="0" err="1"/>
              <a:t>Projektziel</a:t>
            </a:r>
            <a:endParaRPr lang="en-US" sz="4800" b="1" dirty="0"/>
          </a:p>
          <a:p>
            <a:r>
              <a:rPr lang="en-US" dirty="0" err="1"/>
              <a:t>Suchwebseite</a:t>
            </a:r>
            <a:r>
              <a:rPr lang="en-US" dirty="0"/>
              <a:t> für </a:t>
            </a:r>
            <a:r>
              <a:rPr lang="en-US" dirty="0" err="1"/>
              <a:t>Patienten</a:t>
            </a:r>
            <a:r>
              <a:rPr lang="en-US" dirty="0"/>
              <a:t>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Fachwissen</a:t>
            </a:r>
            <a:endParaRPr lang="en-US" dirty="0"/>
          </a:p>
          <a:p>
            <a:pPr lvl="1"/>
            <a:r>
              <a:rPr lang="en-US" dirty="0" err="1"/>
              <a:t>Facharzt</a:t>
            </a:r>
            <a:r>
              <a:rPr lang="en-US" dirty="0"/>
              <a:t>, </a:t>
            </a:r>
            <a:r>
              <a:rPr lang="en-US" dirty="0" err="1"/>
              <a:t>Erklärung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Code, </a:t>
            </a:r>
            <a:r>
              <a:rPr lang="en-US" dirty="0" err="1"/>
              <a:t>Verhaltensregeln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Anlaufstelle</a:t>
            </a:r>
            <a:r>
              <a:rPr lang="en-US" dirty="0"/>
              <a:t> -&gt; Marketing</a:t>
            </a:r>
          </a:p>
          <a:p>
            <a:r>
              <a:rPr lang="en-US" dirty="0"/>
              <a:t>Keine </a:t>
            </a:r>
            <a:r>
              <a:rPr lang="en-US" dirty="0" err="1"/>
              <a:t>Kopie</a:t>
            </a:r>
            <a:endParaRPr lang="en-US" dirty="0"/>
          </a:p>
          <a:p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Fachbegriffe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06BA120-583D-5F67-CDF7-1B6D2D3CD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84" y="4369460"/>
            <a:ext cx="5796148" cy="2156690"/>
          </a:xfrm>
        </p:spPr>
        <p:txBody>
          <a:bodyPr/>
          <a:lstStyle/>
          <a:p>
            <a:pPr marL="0" indent="0">
              <a:buNone/>
            </a:pPr>
            <a:r>
              <a:rPr lang="en-CH" sz="4800" b="1" dirty="0"/>
              <a:t>1. Iteration</a:t>
            </a:r>
          </a:p>
          <a:p>
            <a:r>
              <a:rPr lang="en-CH" dirty="0"/>
              <a:t>Funktionsfähiges Backend für User Stories</a:t>
            </a:r>
          </a:p>
          <a:p>
            <a:r>
              <a:rPr lang="en-CH" dirty="0"/>
              <a:t>Ziel: Schelles Feedback</a:t>
            </a:r>
          </a:p>
          <a:p>
            <a:endParaRPr lang="en-CH" dirty="0"/>
          </a:p>
        </p:txBody>
      </p:sp>
      <p:pic>
        <p:nvPicPr>
          <p:cNvPr id="17" name="Picture 16" descr="Highland bridge connects the mountain">
            <a:extLst>
              <a:ext uri="{FF2B5EF4-FFF2-40B4-BE49-F238E27FC236}">
                <a16:creationId xmlns:a16="http://schemas.microsoft.com/office/drawing/2014/main" id="{FCACA42F-BC93-4A13-DFFC-5257B8641F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5415" t="8" r="28566" b="-8"/>
          <a:stretch>
            <a:fillRect/>
          </a:stretch>
        </p:blipFill>
        <p:spPr>
          <a:xfrm>
            <a:off x="-17974" y="0"/>
            <a:ext cx="4391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1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5E602A-53EB-4CB1-9633-3EC058740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75774-C881-163B-9323-CC589AB0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CH" dirty="0"/>
              <a:t>Aktuell</a:t>
            </a:r>
          </a:p>
        </p:txBody>
      </p:sp>
      <p:pic>
        <p:nvPicPr>
          <p:cNvPr id="5" name="Graphic 4" descr="Illustrator outline">
            <a:extLst>
              <a:ext uri="{FF2B5EF4-FFF2-40B4-BE49-F238E27FC236}">
                <a16:creationId xmlns:a16="http://schemas.microsoft.com/office/drawing/2014/main" id="{BD546982-0BB8-7639-8211-B3CA07968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222" y="643467"/>
            <a:ext cx="2705100" cy="27051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C0FB46BD-5BD2-EC16-3150-AAA49ACC3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222" y="3509434"/>
            <a:ext cx="2705100" cy="27051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832F3F2-2294-4A8D-ABDC-234B853C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F3B02-B0AC-B4CA-408E-06570F1C1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>
            <a:normAutofit/>
          </a:bodyPr>
          <a:lstStyle/>
          <a:p>
            <a:r>
              <a:rPr lang="en-GB" dirty="0" err="1"/>
              <a:t>Planung</a:t>
            </a:r>
            <a:endParaRPr lang="en-GB" dirty="0"/>
          </a:p>
          <a:p>
            <a:pPr lvl="1"/>
            <a:r>
              <a:rPr lang="en-GB" dirty="0" err="1"/>
              <a:t>Suche</a:t>
            </a:r>
            <a:r>
              <a:rPr lang="en-GB" dirty="0"/>
              <a:t> 	-&gt; 	</a:t>
            </a:r>
            <a:r>
              <a:rPr lang="en-GB" dirty="0" err="1"/>
              <a:t>pgvector</a:t>
            </a:r>
            <a:endParaRPr lang="en-GB" dirty="0"/>
          </a:p>
          <a:p>
            <a:pPr lvl="1"/>
            <a:r>
              <a:rPr lang="en-GB" dirty="0" err="1"/>
              <a:t>Datenbank</a:t>
            </a:r>
            <a:r>
              <a:rPr lang="en-GB" dirty="0"/>
              <a:t> -&gt; 	</a:t>
            </a:r>
            <a:r>
              <a:rPr lang="en-GB" dirty="0" err="1"/>
              <a:t>postgreSQL</a:t>
            </a:r>
            <a:endParaRPr lang="en-GB" dirty="0"/>
          </a:p>
          <a:p>
            <a:pPr lvl="1"/>
            <a:r>
              <a:rPr lang="en-GB" dirty="0"/>
              <a:t>-&gt; LLM 	-&gt; 	</a:t>
            </a:r>
            <a:r>
              <a:rPr lang="en-GB" dirty="0" err="1"/>
              <a:t>gemini</a:t>
            </a:r>
            <a:endParaRPr lang="en-GB" dirty="0"/>
          </a:p>
          <a:p>
            <a:r>
              <a:rPr lang="en-CH" dirty="0"/>
              <a:t>Arbeitsaufteilung -&gt; 	trello.com</a:t>
            </a:r>
          </a:p>
          <a:p>
            <a:r>
              <a:rPr lang="en-CH" dirty="0"/>
              <a:t>Entwickeln 	-&gt; 	Docker</a:t>
            </a:r>
          </a:p>
        </p:txBody>
      </p:sp>
    </p:spTree>
    <p:extLst>
      <p:ext uri="{BB962C8B-B14F-4D97-AF65-F5344CB8AC3E}">
        <p14:creationId xmlns:p14="http://schemas.microsoft.com/office/powerpoint/2010/main" val="310087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H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6A786-E6A5-EDB4-11B7-0BC8B399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Fragen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H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H"/>
          </a:p>
        </p:txBody>
      </p:sp>
      <p:pic>
        <p:nvPicPr>
          <p:cNvPr id="4" name="Picture 3" descr="Back of people's heads and raised hands at corporate presentation with speaker and whiteboard out of focus in background">
            <a:extLst>
              <a:ext uri="{FF2B5EF4-FFF2-40B4-BE49-F238E27FC236}">
                <a16:creationId xmlns:a16="http://schemas.microsoft.com/office/drawing/2014/main" id="{9F2E4567-5EE4-E892-457B-6925EBEFC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646905"/>
            <a:ext cx="5659222" cy="37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0383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177</TotalTime>
  <Words>144</Words>
  <Application>Microsoft Macintosh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Franklin Gothic Book</vt:lpstr>
      <vt:lpstr>Crop</vt:lpstr>
      <vt:lpstr>Anforderungen - medcode</vt:lpstr>
      <vt:lpstr>Rollenverteilung</vt:lpstr>
      <vt:lpstr>medcode.ch</vt:lpstr>
      <vt:lpstr>PowerPoint Presentation</vt:lpstr>
      <vt:lpstr>Aktuell</vt:lpstr>
      <vt:lpstr>Fragen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Buchmüller, Felix Gilgian (STUDENTS)</dc:creator>
  <cp:lastModifiedBy>Buchmüller, Felix Gilgian (STUDENTS)</cp:lastModifiedBy>
  <cp:revision>6</cp:revision>
  <dcterms:created xsi:type="dcterms:W3CDTF">2026-03-01T09:51:06Z</dcterms:created>
  <dcterms:modified xsi:type="dcterms:W3CDTF">2026-03-04T10:26:58Z</dcterms:modified>
</cp:coreProperties>
</file>